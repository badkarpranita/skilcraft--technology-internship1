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0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2016" autoAdjust="0"/>
    <p:restoredTop sz="99500" autoAdjust="0"/>
  </p:normalViewPr>
  <p:slideViewPr>
    <p:cSldViewPr snapToGrid="0">
      <p:cViewPr varScale="1">
        <p:scale>
          <a:sx n="56" d="100"/>
          <a:sy n="56" d="100"/>
        </p:scale>
        <p:origin x="0" y="0"/>
      </p:cViewPr>
      <p:guideLst/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828800" y="3886199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2779113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668961"/>
      </p:ext>
    </p:extLst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defRPr sz="4000" b="1" cap="all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8449496"/>
      </p:ext>
    </p:extLst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sz="half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8833007"/>
      </p:ext>
    </p:extLst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defRPr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body" sz="quarter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sz="quarter"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7203342"/>
      </p:ext>
    </p:extLst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8512452"/>
      </p:ext>
    </p:extLst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6931364"/>
      </p:ext>
    </p:extLst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6891733"/>
      </p:ext>
    </p:extLst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65256"/>
      </p:ext>
    </p:extLst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8474787"/>
      </p:ext>
    </p:extLst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 orient="vert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6073438"/>
      </p:ext>
    </p:extLst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grpSp>
        <p:nvGrpSpPr>
          <p:cNvPr id="31" name="组合"/>
          <p:cNvGrpSpPr>
            <a:grpSpLocks xmlns:a="http://schemas.openxmlformats.org/drawingml/2006/main"/>
          </p:cNvGrpSpPr>
          <p:nvPr/>
        </p:nvGrpSpPr>
        <p:grpSpPr>
          <a:xfrm xmlns:a="http://schemas.openxmlformats.org/drawingml/2006/main">
            <a:off x="0" y="-8467"/>
            <a:ext cx="12192000" cy="6866467"/>
            <a:chOff x="0" y="-8467"/>
            <a:chExt cx="12192000" cy="6866467"/>
          </a:xfrm>
        </p:grpSpPr>
        <p:sp>
          <p:nvSpPr>
            <p:cNvPr id="21" name="直线"/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rot="0">
              <a:off x="9371012" y="0"/>
              <a:ext cx="1219200" cy="6858000"/>
            </a:xfrm>
            <a:prstGeom xmlns:a="http://schemas.openxmlformats.org/drawingml/2006/main" prst="line"/>
            <a:noFill xmlns:a="http://schemas.openxmlformats.org/drawingml/2006/main"/>
            <a:ln xmlns:a="http://schemas.openxmlformats.org/drawingml/2006/main" w="9525" cmpd="sng" cap="flat">
              <a:solidFill>
                <a:srgbClr val="BFBFBF"/>
              </a:solidFill>
              <a:prstDash val="solid"/>
              <a:round/>
            </a:ln>
          </p:spPr>
        </p:sp>
        <p:sp>
          <p:nvSpPr>
            <p:cNvPr id="22" name="直线"/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1" rot="0">
              <a:off x="7425267" y="3681413"/>
              <a:ext cx="4763559" cy="3176587"/>
            </a:xfrm>
            <a:prstGeom xmlns:a="http://schemas.openxmlformats.org/drawingml/2006/main" prst="line"/>
            <a:noFill xmlns:a="http://schemas.openxmlformats.org/drawingml/2006/main"/>
            <a:ln xmlns:a="http://schemas.openxmlformats.org/drawingml/2006/main" w="9525" cmpd="sng" cap="flat">
              <a:solidFill>
                <a:srgbClr val="D8D8D8"/>
              </a:solidFill>
              <a:prstDash val="solid"/>
              <a:round/>
            </a:ln>
          </p:spPr>
        </p:sp>
        <p:sp>
          <p:nvSpPr>
            <p:cNvPr id="23" name="曲线"/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rot="0">
              <a:off x="9181476" y="-8467"/>
              <a:ext cx="3007349" cy="6866467"/>
            </a:xfrm>
            <a:custGeom xmlns:a="http://schemas.openxmlformats.org/drawingml/2006/main"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4691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0" y="21599"/>
                  </a:lnTo>
                  <a:lnTo>
                    <a:pt x="14691" y="0"/>
                  </a:lnTo>
                  <a:close/>
                </a:path>
              </a:pathLst>
            </a:custGeom>
            <a:solidFill xmlns:a="http://schemas.openxmlformats.org/drawingml/2006/main">
              <a:srgbClr val="90C226">
                <a:alpha val="30000"/>
              </a:srgbClr>
            </a:solidFill>
            <a:ln xmlns:a="http://schemas.openxmlformats.org/drawingml/2006/main" w="12700" cmpd="sng" cap="flat">
              <a:noFill/>
              <a:prstDash val="solid"/>
              <a:round/>
            </a:ln>
          </p:spPr>
        </p:sp>
        <p:sp>
          <p:nvSpPr>
            <p:cNvPr id="24" name="曲线"/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rot="0">
              <a:off x="9603442" y="-8467"/>
              <a:ext cx="2588558" cy="6866467"/>
            </a:xfrm>
            <a:custGeom xmlns:a="http://schemas.openxmlformats.org/drawingml/2006/main"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10092" y="21599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90C226">
                <a:alpha val="20000"/>
              </a:srgbClr>
            </a:solidFill>
            <a:ln xmlns:a="http://schemas.openxmlformats.org/drawingml/2006/main" w="12700" cmpd="sng" cap="flat">
              <a:noFill/>
              <a:prstDash val="solid"/>
              <a:round/>
            </a:ln>
          </p:spPr>
        </p:sp>
        <p:sp>
          <p:nvSpPr>
            <p:cNvPr id="25" name="等腰三角形"/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rot="0">
              <a:off x="8932333" y="3048000"/>
              <a:ext cx="3259667" cy="3810000"/>
            </a:xfrm>
            <a:prstGeom xmlns:a="http://schemas.openxmlformats.org/drawingml/2006/main" prst="triangle">
              <a:avLst>
                <a:gd name="adj" fmla="val 100000"/>
              </a:avLst>
            </a:prstGeom>
            <a:solidFill xmlns:a="http://schemas.openxmlformats.org/drawingml/2006/main">
              <a:srgbClr val="54A021">
                <a:alpha val="72000"/>
              </a:srgbClr>
            </a:solidFill>
            <a:ln xmlns:a="http://schemas.openxmlformats.org/drawingml/2006/main" w="12700" cmpd="sng" cap="flat">
              <a:noFill/>
              <a:prstDash val="solid"/>
              <a:round/>
            </a:ln>
          </p:spPr>
        </p:sp>
        <p:sp>
          <p:nvSpPr>
            <p:cNvPr id="26" name="曲线"/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rot="0">
              <a:off x="9334500" y="-8467"/>
              <a:ext cx="2854325" cy="6866467"/>
            </a:xfrm>
            <a:custGeom xmlns:a="http://schemas.openxmlformats.org/drawingml/2006/main"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18697" y="21599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3F7719">
                <a:alpha val="70000"/>
              </a:srgbClr>
            </a:solidFill>
            <a:ln xmlns:a="http://schemas.openxmlformats.org/drawingml/2006/main" w="12700" cmpd="sng" cap="flat">
              <a:noFill/>
              <a:prstDash val="solid"/>
              <a:round/>
            </a:ln>
          </p:spPr>
        </p:sp>
        <p:sp>
          <p:nvSpPr>
            <p:cNvPr id="27" name="曲线"/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rot="0">
              <a:off x="10898729" y="-8467"/>
              <a:ext cx="1290094" cy="6866467"/>
            </a:xfrm>
            <a:custGeom xmlns:a="http://schemas.openxmlformats.org/drawingml/2006/main"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7073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0" y="21599"/>
                  </a:lnTo>
                  <a:lnTo>
                    <a:pt x="17073" y="0"/>
                  </a:lnTo>
                  <a:close/>
                </a:path>
              </a:pathLst>
            </a:custGeom>
            <a:solidFill xmlns:a="http://schemas.openxmlformats.org/drawingml/2006/main">
              <a:srgbClr val="C0E373">
                <a:alpha val="70000"/>
              </a:srgbClr>
            </a:solidFill>
            <a:ln xmlns:a="http://schemas.openxmlformats.org/drawingml/2006/main" w="12700" cmpd="sng" cap="flat">
              <a:noFill/>
              <a:prstDash val="solid"/>
              <a:round/>
            </a:ln>
          </p:spPr>
        </p:sp>
        <p:sp>
          <p:nvSpPr>
            <p:cNvPr id="28" name="曲线"/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rot="0">
              <a:off x="10939000" y="-8467"/>
              <a:ext cx="1249824" cy="6866467"/>
            </a:xfrm>
            <a:custGeom xmlns:a="http://schemas.openxmlformats.org/drawingml/2006/main"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19172" y="21599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90C226">
                <a:alpha val="65000"/>
              </a:srgbClr>
            </a:solidFill>
            <a:ln xmlns:a="http://schemas.openxmlformats.org/drawingml/2006/main" w="12700" cmpd="sng" cap="flat">
              <a:noFill/>
              <a:prstDash val="solid"/>
              <a:round/>
            </a:ln>
          </p:spPr>
        </p:sp>
        <p:sp>
          <p:nvSpPr>
            <p:cNvPr id="29" name="等腰三角形"/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rot="0">
              <a:off x="10371666" y="3589866"/>
              <a:ext cx="1817159" cy="3268133"/>
            </a:xfrm>
            <a:prstGeom xmlns:a="http://schemas.openxmlformats.org/drawingml/2006/main" prst="triangle">
              <a:avLst>
                <a:gd name="adj" fmla="val 100000"/>
              </a:avLst>
            </a:prstGeom>
            <a:solidFill xmlns:a="http://schemas.openxmlformats.org/drawingml/2006/main">
              <a:srgbClr val="90C226">
                <a:alpha val="80000"/>
              </a:srgbClr>
            </a:solidFill>
            <a:ln xmlns:a="http://schemas.openxmlformats.org/drawingml/2006/main" w="12700" cmpd="sng" cap="flat">
              <a:noFill/>
              <a:prstDash val="solid"/>
              <a:round/>
            </a:ln>
          </p:spPr>
        </p:sp>
        <p:sp>
          <p:nvSpPr>
            <p:cNvPr id="30" name="等腰三角形"/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rot="0">
              <a:off x="0" y="4013200"/>
              <a:ext cx="448732" cy="2844800"/>
            </a:xfrm>
            <a:prstGeom xmlns:a="http://schemas.openxmlformats.org/drawingml/2006/main" prst="triangle">
              <a:avLst>
                <a:gd name="adj" fmla="val 0"/>
              </a:avLst>
            </a:prstGeom>
            <a:solidFill xmlns:a="http://schemas.openxmlformats.org/drawingml/2006/main">
              <a:srgbClr val="90C226">
                <a:alpha val="85000"/>
              </a:srgbClr>
            </a:solidFill>
            <a:ln xmlns:a="http://schemas.openxmlformats.org/drawingml/2006/main" w="12700" cmpd="sng" cap="flat">
              <a:noFill/>
              <a:prstDash val="solid"/>
              <a:round/>
            </a:ln>
          </p:spPr>
        </p:sp>
      </p:grpSp>
      <p:sp>
        <p:nvSpPr>
          <p:cNvPr id="18" name="文本框"/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 rot="0">
            <a:off x="7205133" y="6041362"/>
            <a:ext cx="911939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r"/>
            <a:endParaRPr lang="zh-CN" altLang="en-US" sz="900">
              <a:solidFill>
                <a:srgbClr val="898989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19" name="文本框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 rot="0">
            <a:off x="677334" y="6041362"/>
            <a:ext cx="6297612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l"/>
            <a:endParaRPr lang="zh-CN" altLang="en-US" sz="900">
              <a:solidFill>
                <a:srgbClr val="898989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20" name="文本框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 rot="0">
            <a:off x="8590663" y="6041362"/>
            <a:ext cx="683339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r"/>
            <a:fld id="{CAD2D6BD-DE1B-4B5F-8B41-2702339687B9}" type="slidenum">
              <a:rPr lang="en-US" altLang="zh-CN" sz="900" b="0" i="0" u="none" strike="noStrike" kern="1200" cap="none" spc="0" baseline="0">
                <a:solidFill>
                  <a:schemeClr val="accent1"/>
                </a:solidFill>
                <a:latin typeface="Trebuchet MS" pitchFamily="0" charset="0"/>
                <a:ea typeface="华文新魏" pitchFamily="0" charset="0"/>
                <a:cs typeface="Trebuchet MS" pitchFamily="0" charset="0"/>
              </a:rPr>
              <a:t>&lt;#&gt;</a:t>
            </a:fld>
            <a:endParaRPr lang="zh-CN" altLang="en-US" sz="900">
              <a:solidFill>
                <a:schemeClr val="accent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038330"/>
      </p:ext>
    </p:extLst>
  </p:cSld>
  <p:clrMapOvr>
    <a:masterClrMapping xmlns:a="http://schemas.openxmlformats.org/drawingml/2006/main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"/>
          <p:cNvGrpSpPr>
            <a:grpSpLocks/>
          </p:cNvGrpSpPr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2" name="直线"/>
            <p:cNvSpPr>
              <a:spLocks/>
            </p:cNvSpPr>
            <p:nvPr/>
          </p:nvSpPr>
          <p:spPr>
            <a:xfrm rot="0">
              <a:off x="9371012" y="0"/>
              <a:ext cx="1219200" cy="6858000"/>
            </a:xfrm>
            <a:prstGeom prst="line"/>
            <a:noFill/>
            <a:ln w="9525" cmpd="sng" cap="flat">
              <a:solidFill>
                <a:srgbClr val="BFBFBF"/>
              </a:solidFill>
              <a:prstDash val="solid"/>
              <a:round/>
            </a:ln>
          </p:spPr>
        </p:sp>
        <p:sp>
          <p:nvSpPr>
            <p:cNvPr id="3" name="直线"/>
            <p:cNvSpPr>
              <a:spLocks/>
            </p:cNvSpPr>
            <p:nvPr/>
          </p:nvSpPr>
          <p:spPr>
            <a:xfrm flipH="1" rot="0">
              <a:off x="7425267" y="3681413"/>
              <a:ext cx="4763559" cy="3176587"/>
            </a:xfrm>
            <a:prstGeom prst="line"/>
            <a:noFill/>
            <a:ln w="9525" cmpd="sng" cap="flat">
              <a:solidFill>
                <a:srgbClr val="D8D8D8"/>
              </a:solidFill>
              <a:prstDash val="solid"/>
              <a:round/>
            </a:ln>
          </p:spPr>
        </p:sp>
        <p:sp>
          <p:nvSpPr>
            <p:cNvPr id="4" name="曲线"/>
            <p:cNvSpPr>
              <a:spLocks/>
            </p:cNvSpPr>
            <p:nvPr/>
          </p:nvSpPr>
          <p:spPr>
            <a:xfrm rot="0">
              <a:off x="9181476" y="-8467"/>
              <a:ext cx="3007349" cy="6866467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4691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0" y="21599"/>
                  </a:lnTo>
                  <a:lnTo>
                    <a:pt x="14691" y="0"/>
                  </a:lnTo>
                  <a:close/>
                </a:path>
              </a:pathLst>
            </a:custGeom>
            <a:solidFill>
              <a:srgbClr val="90C226">
                <a:alpha val="30000"/>
              </a:srgbClr>
            </a:solidFill>
            <a:ln w="12700" cmpd="sng" cap="flat">
              <a:noFill/>
              <a:prstDash val="solid"/>
              <a:round/>
            </a:ln>
          </p:spPr>
        </p:sp>
        <p:sp>
          <p:nvSpPr>
            <p:cNvPr id="5" name="曲线"/>
            <p:cNvSpPr>
              <a:spLocks/>
            </p:cNvSpPr>
            <p:nvPr/>
          </p:nvSpPr>
          <p:spPr>
            <a:xfrm rot="0">
              <a:off x="9603442" y="-8467"/>
              <a:ext cx="2588558" cy="6866467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10092" y="215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20000"/>
              </a:srgbClr>
            </a:solidFill>
            <a:ln w="12700" cmpd="sng" cap="flat">
              <a:noFill/>
              <a:prstDash val="solid"/>
              <a:round/>
            </a:ln>
          </p:spPr>
        </p:sp>
        <p:sp>
          <p:nvSpPr>
            <p:cNvPr id="6" name="等腰三角形"/>
            <p:cNvSpPr>
              <a:spLocks/>
            </p:cNvSpPr>
            <p:nvPr/>
          </p:nvSpPr>
          <p:spPr>
            <a:xfrm rot="0"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rgbClr val="54A021">
                <a:alpha val="72000"/>
              </a:srgbClr>
            </a:solidFill>
            <a:ln w="12700" cmpd="sng" cap="flat">
              <a:noFill/>
              <a:prstDash val="solid"/>
              <a:round/>
            </a:ln>
          </p:spPr>
        </p:sp>
        <p:sp>
          <p:nvSpPr>
            <p:cNvPr id="7" name="曲线"/>
            <p:cNvSpPr>
              <a:spLocks/>
            </p:cNvSpPr>
            <p:nvPr/>
          </p:nvSpPr>
          <p:spPr>
            <a:xfrm rot="0">
              <a:off x="9334500" y="-8467"/>
              <a:ext cx="2854325" cy="6866467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18697" y="215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719">
                <a:alpha val="70000"/>
              </a:srgbClr>
            </a:solidFill>
            <a:ln w="12700" cmpd="sng" cap="flat">
              <a:noFill/>
              <a:prstDash val="solid"/>
              <a:round/>
            </a:ln>
          </p:spPr>
        </p:sp>
        <p:sp>
          <p:nvSpPr>
            <p:cNvPr id="8" name="曲线"/>
            <p:cNvSpPr>
              <a:spLocks/>
            </p:cNvSpPr>
            <p:nvPr/>
          </p:nvSpPr>
          <p:spPr>
            <a:xfrm rot="0">
              <a:off x="10898729" y="-8467"/>
              <a:ext cx="1290094" cy="6866467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7073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0" y="21599"/>
                  </a:lnTo>
                  <a:lnTo>
                    <a:pt x="17073" y="0"/>
                  </a:lnTo>
                  <a:close/>
                </a:path>
              </a:pathLst>
            </a:custGeom>
            <a:solidFill>
              <a:srgbClr val="C0E373">
                <a:alpha val="70000"/>
              </a:srgbClr>
            </a:solidFill>
            <a:ln w="12700" cmpd="sng" cap="flat">
              <a:noFill/>
              <a:prstDash val="solid"/>
              <a:round/>
            </a:ln>
          </p:spPr>
        </p:sp>
        <p:sp>
          <p:nvSpPr>
            <p:cNvPr id="9" name="曲线"/>
            <p:cNvSpPr>
              <a:spLocks/>
            </p:cNvSpPr>
            <p:nvPr/>
          </p:nvSpPr>
          <p:spPr>
            <a:xfrm rot="0">
              <a:off x="10939000" y="-8467"/>
              <a:ext cx="1249824" cy="6866467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19172" y="215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65000"/>
              </a:srgbClr>
            </a:solidFill>
            <a:ln w="12700" cmpd="sng" cap="flat">
              <a:noFill/>
              <a:prstDash val="solid"/>
              <a:round/>
            </a:ln>
          </p:spPr>
        </p:sp>
        <p:sp>
          <p:nvSpPr>
            <p:cNvPr id="10" name="等腰三角形"/>
            <p:cNvSpPr>
              <a:spLocks/>
            </p:cNvSpPr>
            <p:nvPr/>
          </p:nvSpPr>
          <p:spPr>
            <a:xfrm rot="0">
              <a:off x="10371666" y="3589866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rgbClr val="90C226">
                <a:alpha val="80000"/>
              </a:srgbClr>
            </a:solidFill>
            <a:ln w="12700" cmpd="sng" cap="flat">
              <a:noFill/>
              <a:prstDash val="solid"/>
              <a:round/>
            </a:ln>
          </p:spPr>
        </p:sp>
        <p:sp>
          <p:nvSpPr>
            <p:cNvPr id="11" name="等腰三角形"/>
            <p:cNvSpPr>
              <a:spLocks/>
            </p:cNvSpPr>
            <p:nvPr/>
          </p:nvSpPr>
          <p:spPr>
            <a:xfrm rot="0">
              <a:off x="0" y="4013200"/>
              <a:ext cx="448732" cy="2844800"/>
            </a:xfrm>
            <a:prstGeom prst="triangle">
              <a:avLst>
                <a:gd name="adj" fmla="val 0"/>
              </a:avLst>
            </a:prstGeom>
            <a:solidFill>
              <a:srgbClr val="90C226">
                <a:alpha val="85000"/>
              </a:srgbClr>
            </a:solidFill>
            <a:ln w="12700" cmpd="sng" cap="flat">
              <a:noFill/>
              <a:prstDash val="solid"/>
              <a:round/>
            </a:ln>
          </p:spPr>
        </p:sp>
      </p:grpSp>
      <p:sp>
        <p:nvSpPr>
          <p:cNvPr id="13" name="文本框"/>
          <p:cNvSpPr>
            <a:spLocks noGrp="1"/>
          </p:cNvSpPr>
          <p:nvPr>
            <p:ph type="title"/>
          </p:nvPr>
        </p:nvSpPr>
        <p:spPr>
          <a:xfrm rot="0">
            <a:off x="677334" y="609600"/>
            <a:ext cx="8596668" cy="1320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14" name="文本框"/>
          <p:cNvSpPr>
            <a:spLocks noGrp="1"/>
          </p:cNvSpPr>
          <p:nvPr>
            <p:ph type="body" idx="1"/>
          </p:nvPr>
        </p:nvSpPr>
        <p:spPr>
          <a:xfrm rot="0">
            <a:off x="677334" y="2160589"/>
            <a:ext cx="8596668" cy="388077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15" name="文本框"/>
          <p:cNvSpPr>
            <a:spLocks noGrp="1"/>
          </p:cNvSpPr>
          <p:nvPr>
            <p:ph type="dt" idx="2"/>
          </p:nvPr>
        </p:nvSpPr>
        <p:spPr>
          <a:xfrm rot="0">
            <a:off x="7205133" y="6041362"/>
            <a:ext cx="911939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/>
            <a:fld id="{CAD2D6BD-DE1B-4B5F-8B41-2702339687B9}" type="datetime1">
              <a:rPr lang="en-US" altLang="zh-CN" sz="900">
                <a:solidFill>
                  <a:srgbClr val="898989"/>
                </a:solidFill>
                <a:latin typeface="Trebuchet MS" pitchFamily="0" charset="0"/>
                <a:ea typeface="华文新魏" pitchFamily="0" charset="0"/>
                <a:cs typeface="Trebuchet MS" pitchFamily="0" charset="0"/>
              </a:rPr>
              <a:t>8/19/2026</a:t>
            </a:fld>
            <a:endParaRPr lang="zh-CN" altLang="en-US" sz="900">
              <a:solidFill>
                <a:srgbClr val="898989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16" name="文本框"/>
          <p:cNvSpPr>
            <a:spLocks noGrp="1"/>
          </p:cNvSpPr>
          <p:nvPr>
            <p:ph type="ftr" idx="3"/>
          </p:nvPr>
        </p:nvSpPr>
        <p:spPr>
          <a:xfrm rot="0">
            <a:off x="677334" y="6041362"/>
            <a:ext cx="6297612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l"/>
            <a:endParaRPr lang="zh-CN" altLang="en-US" sz="900">
              <a:solidFill>
                <a:srgbClr val="898989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17" name="文本框"/>
          <p:cNvSpPr>
            <a:spLocks noGrp="1"/>
          </p:cNvSpPr>
          <p:nvPr>
            <p:ph type="sldNum" idx="4"/>
          </p:nvPr>
        </p:nvSpPr>
        <p:spPr>
          <a:xfrm rot="0">
            <a:off x="8590663" y="6041362"/>
            <a:ext cx="683339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900" b="0" i="0" u="none" strike="noStrike" kern="1200" cap="none" spc="0" baseline="0">
                <a:solidFill>
                  <a:schemeClr val="accent1"/>
                </a:solidFill>
                <a:latin typeface="Trebuchet MS" pitchFamily="0" charset="0"/>
                <a:ea typeface="华文新魏" pitchFamily="0" charset="0"/>
                <a:cs typeface="Trebuchet MS" pitchFamily="0" charset="0"/>
              </a:rPr>
              <a:t>&lt;#&gt;</a:t>
            </a:fld>
            <a:endParaRPr lang="zh-CN" altLang="en-US" sz="900">
              <a:solidFill>
                <a:schemeClr val="accent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61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l" defTabSz="914400" eaLnBrk="1" fontAlgn="auto" latinLnBrk="0" hangingPunct="1">
        <a:spcBef>
          <a:spcPts val="0"/>
        </a:spcBef>
        <a:buNone/>
        <a:defRPr sz="3600" kern="1200">
          <a:solidFill>
            <a:schemeClr val="accent1"/>
          </a:solidFill>
          <a:latin typeface="Trebuchet MS" pitchFamily="0" charset="0"/>
          <a:ea typeface="方正姚体" pitchFamily="0" charset="0"/>
          <a:cs typeface="Trebuchet MS" pitchFamily="0" charset="0"/>
        </a:defRPr>
      </a:lvl1pPr>
    </p:titleStyle>
    <p:bodyStyle>
      <a:lvl1pPr marL="342900" indent="-342900" algn="l" defTabSz="914400" eaLnBrk="1" fontAlgn="auto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itchFamily="0" charset="2"/>
        <a:buChar char=""/>
        <a:defRPr sz="1800" kern="1200">
          <a:solidFill>
            <a:srgbClr val="404040"/>
          </a:solidFill>
          <a:latin typeface="Trebuchet MS" pitchFamily="0" charset="0"/>
          <a:ea typeface="华文新魏" pitchFamily="0" charset="0"/>
          <a:cs typeface="Trebuchet MS" pitchFamily="0" charset="0"/>
        </a:defRPr>
      </a:lvl1pPr>
      <a:lvl2pPr marL="742950" indent="-285750" algn="l" defTabSz="914400" eaLnBrk="1" fontAlgn="auto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itchFamily="0" charset="2"/>
        <a:buChar char=""/>
        <a:defRPr sz="1600" kern="1200">
          <a:solidFill>
            <a:srgbClr val="404040"/>
          </a:solidFill>
          <a:latin typeface="Trebuchet MS" pitchFamily="0" charset="0"/>
          <a:ea typeface="华文新魏" pitchFamily="0" charset="0"/>
          <a:cs typeface="Trebuchet MS" pitchFamily="0" charset="0"/>
        </a:defRPr>
      </a:lvl2pPr>
      <a:lvl3pPr marL="1143000" indent="-228600" algn="l" defTabSz="914400" eaLnBrk="1" fontAlgn="auto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itchFamily="0" charset="2"/>
        <a:buChar char=""/>
        <a:defRPr sz="1400" kern="1200">
          <a:solidFill>
            <a:srgbClr val="404040"/>
          </a:solidFill>
          <a:latin typeface="Trebuchet MS" pitchFamily="0" charset="0"/>
          <a:ea typeface="华文新魏" pitchFamily="0" charset="0"/>
          <a:cs typeface="Trebuchet MS" pitchFamily="0" charset="0"/>
        </a:defRPr>
      </a:lvl3pPr>
      <a:lvl4pPr marL="1600200" indent="-228600" algn="l" defTabSz="914400" eaLnBrk="1" fontAlgn="auto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itchFamily="0" charset="2"/>
        <a:buChar char=""/>
        <a:defRPr sz="1200" kern="1200">
          <a:solidFill>
            <a:srgbClr val="404040"/>
          </a:solidFill>
          <a:latin typeface="Trebuchet MS" pitchFamily="0" charset="0"/>
          <a:ea typeface="华文新魏" pitchFamily="0" charset="0"/>
          <a:cs typeface="Trebuchet MS" pitchFamily="0" charset="0"/>
        </a:defRPr>
      </a:lvl4pPr>
      <a:lvl5pPr marL="2057400" indent="-228600" algn="l" defTabSz="914400" eaLnBrk="1" fontAlgn="auto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itchFamily="0" charset="2"/>
        <a:buChar char=""/>
        <a:defRPr sz="1200" kern="1200">
          <a:solidFill>
            <a:srgbClr val="404040"/>
          </a:solidFill>
          <a:latin typeface="Trebuchet MS" pitchFamily="0" charset="0"/>
          <a:ea typeface="华文新魏" pitchFamily="0" charset="0"/>
          <a:cs typeface="Trebuchet MS" pitchFamily="0" charset="0"/>
        </a:defRPr>
      </a:lvl5pPr>
      <a:lvl6pPr marL="2514600" indent="-228600" algn="l" defTabSz="914400" eaLnBrk="1" fontAlgn="auto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itchFamily="0" charset="2"/>
        <a:buChar char=""/>
        <a:defRPr sz="1200" kern="1200">
          <a:solidFill>
            <a:srgbClr val="404040"/>
          </a:solidFill>
          <a:latin typeface="Trebuchet MS" pitchFamily="0" charset="0"/>
          <a:ea typeface="华文新魏" pitchFamily="0" charset="0"/>
          <a:cs typeface="Trebuchet MS" pitchFamily="0" charset="0"/>
        </a:defRPr>
      </a:lvl6pPr>
      <a:lvl7pPr marL="2971800" indent="-228600" algn="l" defTabSz="914400" eaLnBrk="1" fontAlgn="auto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itchFamily="0" charset="2"/>
        <a:buChar char=""/>
        <a:defRPr sz="1200" kern="1200">
          <a:solidFill>
            <a:srgbClr val="404040"/>
          </a:solidFill>
          <a:latin typeface="Trebuchet MS" pitchFamily="0" charset="0"/>
          <a:ea typeface="华文新魏" pitchFamily="0" charset="0"/>
          <a:cs typeface="Trebuchet MS" pitchFamily="0" charset="0"/>
        </a:defRPr>
      </a:lvl7pPr>
      <a:lvl8pPr marL="3429000" indent="-228600" algn="l" defTabSz="914400" eaLnBrk="1" fontAlgn="auto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itchFamily="0" charset="2"/>
        <a:buChar char=""/>
        <a:defRPr sz="1200" kern="1200">
          <a:solidFill>
            <a:srgbClr val="404040"/>
          </a:solidFill>
          <a:latin typeface="Trebuchet MS" pitchFamily="0" charset="0"/>
          <a:ea typeface="华文新魏" pitchFamily="0" charset="0"/>
          <a:cs typeface="Trebuchet MS" pitchFamily="0" charset="0"/>
        </a:defRPr>
      </a:lvl8pPr>
      <a:lvl9pPr marL="3429000" indent="-228600" algn="l" defTabSz="914400" eaLnBrk="1" fontAlgn="auto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itchFamily="0" charset="2"/>
        <a:buChar char=""/>
        <a:defRPr sz="1200" kern="1200">
          <a:solidFill>
            <a:srgbClr val="404040"/>
          </a:solidFill>
          <a:latin typeface="Trebuchet MS" pitchFamily="0" charset="0"/>
          <a:ea typeface="华文新魏" pitchFamily="0" charset="0"/>
          <a:cs typeface="Trebuchet MS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1.jpeg"/><Relationship Id="rId2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2.jpeg"/><Relationship Id="rId2" Type="http://schemas.openxmlformats.org/officeDocument/2006/relationships/image" Target="../media/2.jpeg"/><Relationship Id="rId3" Type="http://schemas.openxmlformats.org/officeDocument/2006/relationships/image" Target="../media/2.jpeg"/><Relationship Id="rId4" Type="http://schemas.openxmlformats.org/officeDocument/2006/relationships/image" Target="../media/2.jpeg"/><Relationship Id="rId5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3.jpeg"/><Relationship Id="rId2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4.jpeg"/><Relationship Id="rId2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5.jpeg"/><Relationship Id="rId2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6.jpeg"/><Relationship Id="rId2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7.jpeg"/><Relationship Id="rId2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8.jpeg"/><Relationship Id="rId2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9.jpeg"/><Relationship Id="rId2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10.jpeg"/><Relationship Id="rId2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11.jpeg"/><Relationship Id="rId2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0"/>
            <a:ext cx="12192000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276173196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"/>
          <p:cNvPicPr>
            <a:picLocks noChangeAspect="1"/>
          </p:cNvPicPr>
          <p:nvPr/>
        </p:nvPicPr>
        <p:blipFill>
          <a:blip r:embed="rId1" cstate="print"/>
          <a:srcRect t="2899" l="51997"/>
          <a:stretch>
            <a:fillRect/>
          </a:stretch>
        </p:blipFill>
        <p:spPr>
          <a:xfrm rot="0">
            <a:off x="7082470" y="606287"/>
            <a:ext cx="5109528" cy="6251713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34" name="图片"/>
          <p:cNvPicPr>
            <a:picLocks noChangeAspect="1"/>
          </p:cNvPicPr>
          <p:nvPr/>
        </p:nvPicPr>
        <p:blipFill>
          <a:blip r:embed="rId2" cstate="print"/>
          <a:srcRect t="8840" b="79566" l="-371" r="40412"/>
          <a:stretch>
            <a:fillRect/>
          </a:stretch>
        </p:blipFill>
        <p:spPr>
          <a:xfrm rot="0">
            <a:off x="0" y="139148"/>
            <a:ext cx="6168069" cy="795130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35" name="图片"/>
          <p:cNvPicPr>
            <a:picLocks noChangeAspect="1"/>
          </p:cNvPicPr>
          <p:nvPr/>
        </p:nvPicPr>
        <p:blipFill>
          <a:blip r:embed="rId3" cstate="print"/>
          <a:srcRect t="21739" b="66667" l="16" r="46361"/>
          <a:stretch>
            <a:fillRect/>
          </a:stretch>
        </p:blipFill>
        <p:spPr>
          <a:xfrm rot="0">
            <a:off x="99392" y="934278"/>
            <a:ext cx="5516216" cy="795129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36" name="图片"/>
          <p:cNvPicPr>
            <a:picLocks noChangeAspect="1"/>
          </p:cNvPicPr>
          <p:nvPr/>
        </p:nvPicPr>
        <p:blipFill>
          <a:blip r:embed="rId4" cstate="print"/>
          <a:srcRect t="76521" b="5942" l="2028" r="59589"/>
          <a:stretch>
            <a:fillRect/>
          </a:stretch>
        </p:blipFill>
        <p:spPr>
          <a:xfrm rot="0">
            <a:off x="208721" y="5257800"/>
            <a:ext cx="6142383" cy="1461051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37" name="矩形"/>
          <p:cNvSpPr>
            <a:spLocks/>
          </p:cNvSpPr>
          <p:nvPr/>
        </p:nvSpPr>
        <p:spPr>
          <a:xfrm rot="0">
            <a:off x="208721" y="1729408"/>
            <a:ext cx="6549886" cy="57683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r>
              <a:rPr lang="en-US" altLang="zh-CN" sz="2800" b="0" i="0" u="none" strike="noStrike" kern="1200" cap="none" spc="0" baseline="0">
                <a:solidFill>
                  <a:srgbClr val="61170D"/>
                </a:solidFill>
                <a:latin typeface="Trebuchet MS" pitchFamily="0" charset="0"/>
                <a:ea typeface="华文新魏" pitchFamily="0" charset="0"/>
                <a:cs typeface="Trebuchet MS" pitchFamily="0" charset="0"/>
              </a:rPr>
              <a:t>Automatically organizes important chats.</a:t>
            </a:r>
            <a:endParaRPr lang="en-US" altLang="zh-CN" sz="2800" b="0" i="0" u="none" strike="noStrike" kern="1200" cap="none" spc="0" baseline="0">
              <a:solidFill>
                <a:srgbClr val="61170D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r>
              <a:rPr lang="en-US" altLang="zh-CN" sz="2800" b="0" i="0" u="none" strike="noStrike" kern="1200" cap="none" spc="0" baseline="0">
                <a:solidFill>
                  <a:srgbClr val="61170D"/>
                </a:solidFill>
                <a:latin typeface="Trebuchet MS" pitchFamily="0" charset="0"/>
                <a:ea typeface="华文新魏" pitchFamily="0" charset="0"/>
                <a:cs typeface="Trebuchet MS" pitchFamily="0" charset="0"/>
              </a:rPr>
              <a:t>Allows users to create chat categories such as </a:t>
            </a:r>
            <a:r>
              <a:rPr lang="en-US" altLang="zh-CN" sz="2800" b="0" i="0" u="none" strike="noStrike" kern="1200" cap="none" spc="0" baseline="0">
                <a:solidFill>
                  <a:srgbClr val="00B050"/>
                </a:solidFill>
                <a:latin typeface="Trebuchet MS" pitchFamily="0" charset="0"/>
                <a:ea typeface="华文新魏" pitchFamily="0" charset="0"/>
                <a:cs typeface="Trebuchet MS" pitchFamily="0" charset="0"/>
              </a:rPr>
              <a:t>Work, Family, Friends, and Study</a:t>
            </a:r>
            <a:r>
              <a:rPr lang="en-US" altLang="zh-CN" sz="2800" b="0" i="0" u="none" strike="noStrike" kern="1200" cap="none" spc="0" baseline="0">
                <a:solidFill>
                  <a:srgbClr val="61170D"/>
                </a:solidFill>
                <a:latin typeface="Trebuchet MS" pitchFamily="0" charset="0"/>
                <a:ea typeface="华文新魏" pitchFamily="0" charset="0"/>
                <a:cs typeface="Trebuchet MS" pitchFamily="0" charset="0"/>
              </a:rPr>
              <a:t>.</a:t>
            </a:r>
            <a:endParaRPr lang="en-US" altLang="zh-CN" sz="2800" b="0" i="0" u="none" strike="noStrike" kern="1200" cap="none" spc="0" baseline="0">
              <a:solidFill>
                <a:srgbClr val="61170D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r>
              <a:rPr lang="en-US" altLang="zh-CN" sz="2800" b="0" i="0" u="none" strike="noStrike" kern="1200" cap="none" spc="0" baseline="0">
                <a:solidFill>
                  <a:srgbClr val="61170D"/>
                </a:solidFill>
                <a:latin typeface="Trebuchet MS" pitchFamily="0" charset="0"/>
                <a:ea typeface="华文新魏" pitchFamily="0" charset="0"/>
                <a:cs typeface="Trebuchet MS" pitchFamily="0" charset="0"/>
              </a:rPr>
              <a:t>Lets users set reminders for important messages.</a:t>
            </a:r>
            <a:endParaRPr lang="en-US" altLang="zh-CN" sz="2800" b="0" i="0" u="none" strike="noStrike" kern="1200" cap="none" spc="0" baseline="0">
              <a:solidFill>
                <a:srgbClr val="61170D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r>
              <a:rPr lang="en-US" altLang="zh-CN" sz="2800" b="0" i="0" u="none" strike="noStrike" kern="1200" cap="none" spc="0" baseline="0">
                <a:solidFill>
                  <a:srgbClr val="61170D"/>
                </a:solidFill>
                <a:latin typeface="Trebuchet MS" pitchFamily="0" charset="0"/>
                <a:ea typeface="华文新魏" pitchFamily="0" charset="0"/>
                <a:cs typeface="Trebuchet MS" pitchFamily="0" charset="0"/>
              </a:rPr>
              <a:t>Highlights unread and priority messages.</a:t>
            </a:r>
            <a:endParaRPr lang="en-US" altLang="zh-CN" sz="2800" b="0" i="0" u="none" strike="noStrike" kern="1200" cap="none" spc="0" baseline="0">
              <a:solidFill>
                <a:srgbClr val="61170D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r>
              <a:rPr lang="en-US" altLang="zh-CN" sz="2800" b="0" i="0" u="none" strike="noStrike" kern="1200" cap="none" spc="0" baseline="0">
                <a:solidFill>
                  <a:srgbClr val="61170D"/>
                </a:solidFill>
                <a:latin typeface="Trebuchet MS" pitchFamily="0" charset="0"/>
                <a:ea typeface="华文新魏" pitchFamily="0" charset="0"/>
                <a:cs typeface="Trebuchet MS" pitchFamily="0" charset="0"/>
              </a:rPr>
              <a:t>Helps users find important conversations quickly.</a:t>
            </a:r>
            <a:endParaRPr lang="en-US" altLang="zh-CN" sz="2800" b="0" i="0" u="none" strike="noStrike" kern="1200" cap="none" spc="0" baseline="0">
              <a:solidFill>
                <a:srgbClr val="61170D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altLang="zh-CN" sz="28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706629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0"/>
            <a:ext cx="12192000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604785575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0"/>
            <a:ext cx="12192000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055919485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0"/>
            <a:ext cx="12192000" cy="6981825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492433092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-1" y="0"/>
            <a:ext cx="12192002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550876207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0"/>
            <a:ext cx="12192000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577139930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0"/>
            <a:ext cx="12192000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932122039"/>
      </p:ext>
    </p:extLst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0"/>
            <a:ext cx="12192000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570401454"/>
      </p:ext>
    </p:extLst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0"/>
            <a:ext cx="12192000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523170301"/>
      </p:ext>
    </p:extLst>
  </p:cSld>
  <p:clrMapOvr>
    <a:masterClrMapping/>
  </p:clrMapOvr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0"/>
            <a:ext cx="12192000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2066237207"/>
      </p:ext>
    </p:extLst>
  </p:cSld>
  <p:clrMapOvr>
    <a:masterClrMapping/>
  </p:clrMapOvr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"/>
          <p:cNvSpPr>
            <a:spLocks/>
          </p:cNvSpPr>
          <p:nvPr/>
        </p:nvSpPr>
        <p:spPr>
          <a:xfrm flipH="1" flipV="1" rot="10800000">
            <a:off x="1171574" y="2057652"/>
            <a:ext cx="9867898" cy="15487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600" b="0" i="0" u="none" strike="noStrike" kern="1200" cap="none" spc="0" baseline="0">
                <a:solidFill>
                  <a:schemeClr val="tx1"/>
                </a:solidFill>
                <a:latin typeface="Broadway" pitchFamily="82" charset="0"/>
                <a:ea typeface="华文新魏" pitchFamily="0" charset="0"/>
                <a:cs typeface="Trebuchet MS" pitchFamily="0" charset="0"/>
              </a:rPr>
              <a:t>Thank you</a:t>
            </a:r>
            <a:endParaRPr lang="zh-CN" altLang="en-US" sz="9600" b="0" i="0" u="none" strike="noStrike" kern="1200" cap="none" spc="0" baseline="0">
              <a:solidFill>
                <a:schemeClr val="tx1"/>
              </a:solidFill>
              <a:latin typeface="Broadway" pitchFamily="82" charset="0"/>
              <a:ea typeface="华文新魏" pitchFamily="0" charset="0"/>
              <a:cs typeface="Trebuchet M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04390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Facet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52</TotalTime>
  <Application>Yozo_Office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PowerPoint Presentation</dc:title>
  <dc:creator>Shree</dc:creator>
  <cp:lastModifiedBy>root</cp:lastModifiedBy>
  <cp:revision>6</cp:revision>
  <dcterms:created xsi:type="dcterms:W3CDTF">2026-08-17T10:55:16Z</dcterms:created>
  <dcterms:modified xsi:type="dcterms:W3CDTF">2026-08-18T22:32:45Z</dcterms:modified>
</cp:coreProperties>
</file>